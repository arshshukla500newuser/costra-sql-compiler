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A33D"/>
                </a:solidFill>
                <a:latin typeface="Aptos"/>
              </a:defRPr>
            </a:pPr>
            <a:r>
              <a:t>COSTRA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F5EC"/>
                </a:solidFill>
                <a:latin typeface="Aptos"/>
              </a:defRPr>
            </a:pPr>
            <a:r>
              <a:t>Cost-Based SQL Compiler &amp; Query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8D8C5"/>
                </a:solidFill>
                <a:latin typeface="Aptos"/>
              </a:defRPr>
            </a:pPr>
            <a:r>
              <a:t>REVIEW 1 + REVIEW 2 +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Arsh Shukla | 24BDS0113 | VIT Vellore</a:t>
            </a: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GitHub: github.com/arshshukla500newuser/COSTRA-SQL-Compiler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From design to integrated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5D53"/>
                </a:solidFill>
                <a:latin typeface="Aptos"/>
              </a:defRPr>
            </a:pPr>
            <a:r>
              <a:t>One query flows through the integrated demonstration.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REVIEW 1 — design and architecture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REVIEW 2 — lexer, parser/AST, semantic analysis and relational IR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REVIEW 3 — candidate costs, selection and SQLite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Why a query compiler and optimizer?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SQL describes the result, not one execution order. Different join orders can change intermediate rows and estimated work. COSTRA makes the process visible for a supported SQL subset.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Educational prototype—not a production optimizer.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1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Objectives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Tokenize and parse SQL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Build AST and validate schema references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Construct relational IR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Estimate cardinality and relative cost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Compare candidate plans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• Validate execution with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System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705D53"/>
                </a:solidFill>
                <a:latin typeface="Aptos"/>
              </a:defRPr>
            </a:pPr>
            <a:r>
              <a:t>COSTRA's selected estimate is separate from SQLite's internal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SQL input → Lexer → Parser/AST → Semantic analysis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→ Relational IR → Cardinality/selectivity → Candidate plans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→ Cost comparison → Normalized SQL → SQLite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2 •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Compiler concepts and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lexer.py — tokenization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parser.py + ast_nodes.py — grammar and AST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semantic.py + schema.py — schema-aware validation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ir.py — logical plan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statistics.py + optimizer.py — estimation and selection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executor.py — SQLite execution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main.py —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2 • SEMANTIC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Schema and aliases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Employee(id, name, salary, dept_id, experience)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Department(id, name)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Project(id, name, budget, manager_id, dept_id)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Assignment(employee_id, project_id, hours)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Basic query aliases: e → Employee, d → Department.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Unknown columns stop the pipeline before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2 • RELATIONAL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Logical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PROJECT [e.name, d.name]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  FILTER [(e.salary &gt; 50000)]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    JOIN [INNER ON (e.dept_id = d.id)]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      TABLE_SCAN [Employee AS e]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      TABLE_SCAN [Department AS d]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Relational IR is not three-address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3 • OPTIMIZER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Candidate-plan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1. Build supported access alternatives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2. Explore bounded join-order alternatives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3. Estimate intermediate cardinalities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4. Calculate relative cost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5. Compare candidates and select minimum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Methods discussed: nested-loop, hash and merge joins.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3 •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Synthetic statistics and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Configured row counts: Employee 10,000; Department 4; Project 1,200; Assignment 30,000.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Costs are relative educational units, not milliseconds. Formula details may differ by version; use local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REVIEW 3 • CANDIDATE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Captured successful custom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Candidate     Cost       Rows       Status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Plan 1       10,030.58   8,000     SELECTED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Plan 2       10,030.58   8,000     TIED FOR MINIMUM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Lowest estimated cost: 10,030.58 model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TEST 1 • JOIN +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Basic end-to-end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SELECT e.name, d.name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FROM Employee e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JOIN Department d ON e.dept_id = d.id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WHERE e.salary &gt; 50000;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Captured results: Rahul/Sales, Kabir/Sales, Priya/HR, Neha/Engineering, Aman/Engineering, Arjun/Engineering, Ishita/Finance. Rows returned: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TEST 2 •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Multi-join 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SELECT d.name, COUNT(e.id), AVG(e.salary)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FROM Employee e JOIN Department d ON e.dept_id=d.id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JOIN Assignment a ON e.id=a.employee_id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JOIN Project p ON a.project_id=p.id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WHERE e.salary&gt;60000 AND p.budget&gt;100000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GROUP BY d.name HAVING AVG(e.salary)&gt;65000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ORDER BY AVG(e.salary) DESC LIMIT 5;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Shows joins, aggregates, GROUP BY, HAVING, ORDER BY and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TEST 3 • ACCESS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Filter, order and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SELECT e.name, e.salary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FROM Employee e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WHERE e.salary &gt; 80000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ORDER BY e.salary DESC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LIMIT 5;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Demonstrates predicate costing, possible salary-index access, sorting and limiting. Capture actual output from the local version.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NEGATIVE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Semantic 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SELECT e.unknown_column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FROM Employee e;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Expected: unknown-column semantic error before candidate-plan generation or execution. Syntax validity and semantic validity are separate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EXECUTION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COSTRA vs SQLite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COSTRA estimates costs and selects a minimum-cost educational candidate. SQLite independently plans and executes normalized SQL. COSTRA does not inject its selected plan into SQLite's internal query planner.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Current boundaries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Current: supported SQL subset, synthetic statistics, bounded join-order exploration, no plan injection into SQLite.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Future: more edge-case tests, clearer tie handling, repeatable benchmarks and README instructions aligned with the current branch.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64F3D"/>
                </a:solidFill>
                <a:latin typeface="Aptos"/>
              </a:defRPr>
            </a:pPr>
            <a:r>
              <a:t>GITHUB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A2018"/>
                </a:solidFill>
                <a:latin typeface="Aptos"/>
              </a:defRPr>
            </a:pPr>
            <a:r>
              <a:t>Publish the review 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88720" cy="45720"/>
          </a:xfrm>
          <a:prstGeom prst="rect">
            <a:avLst/>
          </a:prstGeom>
          <a:solidFill>
            <a:srgbClr val="D5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Copy files to docs/reviews/ then run: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status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branch --show-current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pull --rebase origin main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add docs/reviews/COSTRA_Review_1_2_3_Report.pdf docs/reviews/COSTRA_Review_1_2_3_Presentation.pptx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commit -m "Add combined Review 1 2 3 report and presentation"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git push origin main</a:t>
            </a: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</a:p>
          <a:p>
            <a:pPr>
              <a:defRPr sz="1600" b="0">
                <a:solidFill>
                  <a:srgbClr val="3A2018"/>
                </a:solidFill>
                <a:latin typeface="Aptos"/>
              </a:defRPr>
            </a:pPr>
            <a:r>
              <a:t>Use your actual branch name if it is not 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COSTRA • COMPILER DESIGN LABORATORY • REVIEW 1 + 2 + 3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05D53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2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A33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BF5EC"/>
                </a:solidFill>
                <a:latin typeface="Aptos"/>
              </a:defRPr>
            </a:pPr>
            <a:r>
              <a:t>Review 1 + 2 + 3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8D8C5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Review 1: design foundation</a:t>
            </a: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Review 2: compiler implementation</a:t>
            </a: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Review 3: optimization and execution validation</a:t>
            </a: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</a:p>
          <a:p>
            <a:pPr>
              <a:defRPr sz="1900" b="0">
                <a:solidFill>
                  <a:srgbClr val="FBF5EC"/>
                </a:solidFill>
                <a:latin typeface="Aptos"/>
              </a:defRPr>
            </a:pPr>
            <a:r>
              <a:t>COSTRA makes SQL analysis and cost reasoning inspectable while distinguishing synthetic estimates from SQLite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